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182880"/>
            <a:ext cx="2011680" cy="2011680"/>
          </a:xfrm>
          <a:prstGeom prst="ellipse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201168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MASTER 2 — SUPINFO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DevSecOps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Kubernetes Service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5943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017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Stayer Arsel DIFFO SOUOP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diffoarsel123@gmail.com  |  07 59 38 19 27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977640"/>
            <a:ext cx="2560320" cy="457200"/>
          </a:xfrm>
          <a:prstGeom prst="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977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: http://20.87.90.91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3977640"/>
            <a:ext cx="2194560" cy="457200"/>
          </a:xfrm>
          <a:prstGeom prst="rect">
            <a:avLst/>
          </a:prstGeom>
          <a:solidFill>
            <a:srgbClr val="2E75B6">
              <a:alpha val="6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github.com/ARSEL123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4663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2025 /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Sommaire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0332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947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8620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Infrastructure as 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50292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7764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CI/CD et Kubernetes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10332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Supervision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5029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1947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Haute dispo et tests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50292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28620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et compétences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Contexte et objectifs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F4E79"/>
                </a:solidFill>
              </a:rPr>
              <a:t>Comment déployer une infrastructure cloud complète, sécurisée et automatisée 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5176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Infrastructure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265176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1031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Ansible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AKS + ACR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Ubuntu sécurisée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600200"/>
            <a:ext cx="26517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Automatisation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2011680"/>
            <a:ext cx="265176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21031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4 jobs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automatiques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continu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265176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Supervision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2011680"/>
            <a:ext cx="265176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21031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Stack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temps réel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206240"/>
            <a:ext cx="1920240" cy="292608"/>
          </a:xfrm>
          <a:prstGeom prst="rect">
            <a:avLst/>
          </a:prstGeom>
          <a:solidFill>
            <a:srgbClr val="1F4E79">
              <a:alpha val="85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06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Terraform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68880" y="4206240"/>
            <a:ext cx="1920240" cy="292608"/>
          </a:xfrm>
          <a:prstGeom prst="rect">
            <a:avLst/>
          </a:prstGeom>
          <a:solidFill>
            <a:srgbClr val="1F4E79">
              <a:alpha val="85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4206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Ansible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4206240"/>
            <a:ext cx="1920240" cy="292608"/>
          </a:xfrm>
          <a:prstGeom prst="rect">
            <a:avLst/>
          </a:prstGeom>
          <a:solidFill>
            <a:srgbClr val="1F4E79">
              <a:alpha val="85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4206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Docker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75120" y="4206240"/>
            <a:ext cx="1920240" cy="292608"/>
          </a:xfrm>
          <a:prstGeom prst="rect">
            <a:avLst/>
          </a:prstGeom>
          <a:solidFill>
            <a:srgbClr val="1F4E79">
              <a:alpha val="85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206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Kubernetes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1920240" cy="292608"/>
          </a:xfrm>
          <a:prstGeom prst="rect">
            <a:avLst/>
          </a:prstGeom>
          <a:solidFill>
            <a:srgbClr val="1F4E79">
              <a:alpha val="85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63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GitHub Actions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68880" y="4663440"/>
            <a:ext cx="1920240" cy="292608"/>
          </a:xfrm>
          <a:prstGeom prst="rect">
            <a:avLst/>
          </a:prstGeom>
          <a:solidFill>
            <a:srgbClr val="1F4E79">
              <a:alpha val="85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4663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Trivy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4663440"/>
            <a:ext cx="1920240" cy="292608"/>
          </a:xfrm>
          <a:prstGeom prst="rect">
            <a:avLst/>
          </a:prstGeom>
          <a:solidFill>
            <a:srgbClr val="1F4E79">
              <a:alpha val="85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663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Prometheus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75120" y="4663440"/>
            <a:ext cx="1920240" cy="292608"/>
          </a:xfrm>
          <a:prstGeom prst="rect">
            <a:avLst/>
          </a:prstGeom>
          <a:solidFill>
            <a:srgbClr val="1F4E79">
              <a:alpha val="85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4663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Grafana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Architecture technique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28016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git push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463040" y="1143000"/>
            <a:ext cx="201168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64208" y="914400"/>
            <a:ext cx="128016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64208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GitHub Actions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44368" y="1143000"/>
            <a:ext cx="201168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45536" y="914400"/>
            <a:ext cx="1280160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45536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Docker Build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25696" y="1143000"/>
            <a:ext cx="201168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914400"/>
            <a:ext cx="12801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Trivy Scan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07024" y="1143000"/>
            <a:ext cx="201168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08192" y="914400"/>
            <a:ext cx="128016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08192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Push ACR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88352" y="1143000"/>
            <a:ext cx="201168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914400"/>
            <a:ext cx="1280160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 AKS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1828800"/>
            <a:ext cx="23774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1828800"/>
            <a:ext cx="237744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Azure VM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24231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Standard_B2als_v2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configuré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1828800"/>
            <a:ext cx="23774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1828800"/>
            <a:ext cx="23774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Azure AKS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24231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pods Flask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20.87.90.91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1828800"/>
            <a:ext cx="23774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1828800"/>
            <a:ext cx="237744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Supervision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37960" y="24231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Stack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actif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 Phase 1 — Infrastructure as Code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Terraform — 9 ressources Azure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Resource Group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Virtual Network + Subnet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Network Security Group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IP Publique Standard SKU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VM Ubuntu 22.04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Azure Container Registry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AKS Cluster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Storage Account + Container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4023360" cy="39319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Ansible — 21 tâches, 0 erreur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4173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Rôle base : paquets + user deploy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Rôle security : UFW ports 22/80/443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Rôle docker : Docker CE 29.3.0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SSH hardening (no password auth)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Interdiction login root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3657600"/>
            <a:ext cx="402336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6576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</a:rPr>
              <a:t>21</a:t>
            </a:r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  tâches exécutées  </a:t>
            </a:r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0</a:t>
            </a:r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  erreur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 Phase 2 — CI/CD et Kubernetes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92024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Job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Build &amp; 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pytest + Docker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multi-stage build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834640"/>
            <a:ext cx="1280160" cy="320040"/>
          </a:xfrm>
          <a:prstGeom prst="rect">
            <a:avLst/>
          </a:prstGeom>
          <a:solidFill>
            <a:srgbClr val="1F4E79">
              <a:alpha val="2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30s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2148840"/>
            <a:ext cx="2743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9144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914400"/>
            <a:ext cx="19202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Job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Trivy Scan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0116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Scan vulnérabilités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CRITICAL/HIGH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88920" y="2834640"/>
            <a:ext cx="128016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45s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2148840"/>
            <a:ext cx="2743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9144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914400"/>
            <a:ext cx="1920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Job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Push ACR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20116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Image Docker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vers Azure ACR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83480" y="2834640"/>
            <a:ext cx="1280160" cy="32004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1min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2148840"/>
            <a:ext cx="2743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9144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914400"/>
            <a:ext cx="192024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Job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Deploy AKS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20116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Rolling update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Kubernetes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78040" y="2834640"/>
            <a:ext cx="1280160" cy="320040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2min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2 pods</a:t>
            </a:r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  Running  |  IP publique  </a:t>
            </a:r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http://20.87.90.91</a:t>
            </a:r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  |  Pipeline  </a:t>
            </a:r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4 jobs ✓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Phase 3 — Supervision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Prometheus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Collecte métriques toutes les 15s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194560"/>
            <a:ext cx="137160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94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2/2 Running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18688" y="9601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960120"/>
            <a:ext cx="73152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097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Grafana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508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Dashboards visuels temps réel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55848" y="2194560"/>
            <a:ext cx="137160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2194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3/3 Running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63056" y="9601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960120"/>
            <a:ext cx="73152" cy="1737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1097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Alertmanager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0216" y="1508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Alertes email et notifications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0216" y="2194560"/>
            <a:ext cx="137160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0216" y="2194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2/2 Running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26080"/>
            <a:ext cx="73152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Elasticsearch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3474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Stockage et indexation des logs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160520"/>
            <a:ext cx="137160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60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1/1 Running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18688" y="29260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18688" y="2926080"/>
            <a:ext cx="73152" cy="1737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</a:rPr>
              <a:t>Kibana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55848" y="3474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Interface visualisation logs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55848" y="4160520"/>
            <a:ext cx="137160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4160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1/1 Running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63056" y="29260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2926080"/>
            <a:ext cx="73152" cy="17373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0216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Node Exporter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00216" y="3474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Métriques système CPU/RAM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0216" y="4160520"/>
            <a:ext cx="137160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4160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1/1 Running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 &amp; 07  Résultats et indicateurs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1554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Ressources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Azure actives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20240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Erreurs HTTP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sous 50 VUs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1920240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395ms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Latence p95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(seuil 500ms)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960120"/>
            <a:ext cx="192024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 jobs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5800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Pipeline CI/CD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100% verts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6974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Compétences acquises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Terraform — Provisionnement IaC multi-ressources Azure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154680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GitHub Actions — Pipelines CI/CD multi-stages avec sécurité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584448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84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Kubernetes AKS — Déploiement, rolling updates, probes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584448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584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Docker — Multi-stage builds, ACR, scan Trivy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014216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0142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Prometheus / Grafana — Dashboards métriques temps réel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014216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40142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ELK Stack — Elasticsearch + Kibana sur Kubernetes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443984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4439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Ansible — Rôles, handlers, hardening SSH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4443984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44439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k6 — Tests de charge et validation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Merci pour votre attention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71600" y="1600200"/>
            <a:ext cx="64008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Stayer Arsel DIFFO SOUOP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diffoarsel123@gmail.com  |  07 59 38 19 27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Master of Engineering — Systèmes, Réseaux &amp; Cloud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384048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2918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 Live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http://20.87.90.91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3291840"/>
            <a:ext cx="3840480" cy="7772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32918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github.com/ARSEL123/devsecops-platform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SUPINFO Paris — 2025/2026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DevSecOps — Azure Kubernetes Service</dc:title>
  <dc:subject>PptxGenJS Presentation</dc:subject>
  <dc:creator>Stayer Arsel DIFFO SOUOP</dc:creator>
  <cp:lastModifiedBy>Stayer Arsel DIFFO SOUOP</cp:lastModifiedBy>
  <cp:revision>1</cp:revision>
  <dcterms:created xsi:type="dcterms:W3CDTF">2026-04-30T16:23:03Z</dcterms:created>
  <dcterms:modified xsi:type="dcterms:W3CDTF">2026-04-30T16:23:03Z</dcterms:modified>
</cp:coreProperties>
</file>